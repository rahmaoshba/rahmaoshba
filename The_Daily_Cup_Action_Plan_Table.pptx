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e2a25fbd-e873-3de0-2442-f34f2933032b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script (about 2 to 3 minutes)
RAHMA (Strategy Team):
"Good morning. We are Pulse Marketing, and this is our action plan for The Daily Cup.
Our goal: in one month, 40K reach, 500 followers, 100 messages, and 10 more customers a day.
In week 1, I meet the owner to agree on the goals, and I study the market and the customers. Now Aya."
AYA (Content Team):
"I make the content plan, design 12 posts and 8 reels, post and reply, and launch 2 offers.
If results are weak, we post more reels. Now Mahmoud."
MAHMOUD (Ads &amp; Analytics Team):
"I run the ads with 4,000 EGP, and I send the owner a report every Sunday.
If an ad is weak, I move the money to the best one. Now Abader."
ABADER (Creative Team):
"I check the café's pages, do the photo shoot, and in week 4 we review the results and plan month two.
Clear goals, clear tasks, clear owners. Thank you!"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Pulse Marketing  |  Action Plan for The Daily Cup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on Plan Templat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137160"/>
            <a:ext cx="60350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13716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 Plan: The Daily Cup Café</a:t>
            </a:r>
            <a:endParaRPr lang="en-US" sz="2800" dirty="0"/>
          </a:p>
        </p:txBody>
      </p:sp>
      <p:sp>
        <p:nvSpPr>
          <p:cNvPr id="3" name="Agency name"/>
          <p:cNvSpPr txBox="1"/>
          <p:nvPr/>
        </p:nvSpPr>
        <p:spPr>
          <a:xfrm>
            <a:off x="6400800" y="1371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Pulse Marketing</a:t>
            </a:r>
            <a:endParaRPr lang="en-US" sz="1100" dirty="0"/>
          </a:p>
        </p:txBody>
      </p:sp>
      <p:sp>
        <p:nvSpPr>
          <p:cNvPr id="4" name="Objective"/>
          <p:cNvSpPr txBox="1"/>
          <p:nvPr/>
        </p:nvSpPr>
        <p:spPr>
          <a:xfrm>
            <a:off x="320040" y="65836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Objective: </a:t>
            </a:r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 one month, reach 40K+ people, gain 500 followers, get 100+ messages and 10 more customers a day</a:t>
            </a:r>
            <a:endParaRPr lang="en-US" sz="1100" dirty="0"/>
          </a:p>
        </p:txBody>
      </p:sp>
      <p:graphicFrame>
        <p:nvGraphicFramePr>
          <p:cNvPr id="2" name="Action pla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05840"/>
          <a:ext cx="85039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265176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Responsible Team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Week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Task &amp; Description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Resources Needed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Monitor &amp; Assess Progress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</a:rPr>
                        <a:t>Review &amp; Adjust</a:t>
                      </a:r>
                      <a:endParaRPr lang="en-US" sz="1100" dirty="0"/>
                    </a:p>
                  </a:txBody>
                  <a:tcPr marL="64008" marR="6400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347472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Strategy Team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Rahma Khaled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Kick-off Meeting: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Meet the owner, agree on the 4 goals and get page access.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Meeting with the owner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Goals approved by the owner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Adjust goals if the owner asks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Market Research: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Study competitors and learn who the café's customers are.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Google, competitors' pages, sales data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Research report ready by day 7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Add a short survey in the café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Content Team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Aya Reda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1–2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Content Plan: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Create a 30-day plan for posts, reels and stories.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Google Sheets, café menu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Plan reviewed with the owner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Change topics based on feedback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2–4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Posts and Reels: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Design 12 posts and 8 reels every month.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Canva, CapCut, 3,000 EGP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Weekly check of likes and shares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Copy the style of the best posts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3–4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Posting and Offers: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Publish content, reply to messages and launch 2 offers.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Meta Business Suite, 5,000 EGP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Weekly count of messages and offer sales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More reels, stronger offers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Ads &amp; Analytics Team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Mahmoud Ibrahim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1–4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Weekly Report: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Track the 4 goals and send the owner a report every Sunday.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Google Sheets, sales data, 1,000 EGP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Report every Sunday, with ROI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Fix weak numbers the next week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2–4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Paid Ads: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Run Facebook and Instagram ads for people near the café.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Meta Ads Manager, 4,000 EGP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Daily check of reach and cost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Move money to the best ad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Creative Team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Abader Zarif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Page Audit: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Check the café's Facebook and Instagram pages and list what to fix.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Page access, Meta Business Suite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Audit report ready by end of week 1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Fix the biggest problems first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Photo Shoot: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Take photos and videos of the menu, drinks and café.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Camera or phone, café visit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Check photo quality the same day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Reshoot weak photos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47472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Month-One Review: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Review results with the owner and plan month two.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All reports, meeting with the owner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Compare results with the 4 goals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Recommendations for month two</a:t>
                      </a:r>
                      <a:endParaRPr lang="en-US" sz="900" dirty="0"/>
                    </a:p>
                  </a:txBody>
                  <a:tcPr marL="64008" marR="64008" marT="27432" marB="27432" anchor="ctr">
                    <a:lnL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1F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Espresso">
  <a:themeElements>
    <a:clrScheme name="Espresso">
      <a:dk1>
        <a:srgbClr val="231B16"/>
      </a:dk1>
      <a:lt1>
        <a:srgbClr val="FFFFFF"/>
      </a:lt1>
      <a:dk2>
        <a:srgbClr val="2E1F17"/>
      </a:dk2>
      <a:lt2>
        <a:srgbClr val="F4ECE5"/>
      </a:lt2>
      <a:accent1>
        <a:srgbClr val="C27A3A"/>
      </a:accent1>
      <a:accent2>
        <a:srgbClr val="E8C9A6"/>
      </a:accent2>
      <a:accent3>
        <a:srgbClr val="6F4E37"/>
      </a:accent3>
      <a:accent4>
        <a:srgbClr val="5B7F5E"/>
      </a:accent4>
      <a:accent5>
        <a:srgbClr val="8C7F76"/>
      </a:accent5>
      <a:accent6>
        <a:srgbClr val="A6513A"/>
      </a:accent6>
      <a:hlink>
        <a:srgbClr val="C27A3A"/>
      </a:hlink>
      <a:folHlink>
        <a:srgbClr val="6F4E37"/>
      </a:folHlink>
    </a:clrScheme>
    <a:fontScheme name="Espre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Plan - The Daily Cup</dc:title>
  <dc:subject>PptxGenJS Presentation</dc:subject>
  <dc:creator>Pulse Marketing</dc:creator>
  <cp:lastModifiedBy>Pulse Marketing</cp:lastModifiedBy>
  <cp:revision>1</cp:revision>
  <dcterms:created xsi:type="dcterms:W3CDTF">2026-10-20T18:25:30Z</dcterms:created>
  <dcterms:modified xsi:type="dcterms:W3CDTF">2026-10-20T18:25:30Z</dcterms:modified>
</cp:coreProperties>
</file>