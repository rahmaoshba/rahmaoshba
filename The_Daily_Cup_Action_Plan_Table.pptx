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tion Plan" id="{bc92c405-74e3-05a0-c534-6ec03b23982f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our whole action plan. It follows the same order as our presentation.
Each person owns the tasks for the slides they present:
- Rahma (slides 1 to 3): agree on the goals with the owner, study the market, and know the customers.
- Aya (slides 4 to 6): the content plan, posts and reels, posting and replying, and the offers.
- Mahmoud (slides 7 to 10): keep the timeline, run the ads, and the weekly report with the ROI.
- Abader (slides 11 to 13): the free page audit, the menu photo shoot, and the plan for month two.
The columns are the 7 steps: goal, task, timeline, owner, resources, how we check, and what we do if it doesn't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Pulse Marketing  |  Action Plan for The Daily Cup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82880"/>
            <a:ext cx="4754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82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 Plan: The Daily Cup</a:t>
            </a:r>
            <a:endParaRPr lang="en-US" sz="2600" dirty="0"/>
          </a:p>
        </p:txBody>
      </p:sp>
      <p:sp>
        <p:nvSpPr>
          <p:cNvPr id="3" name="Budget text"/>
          <p:cNvSpPr txBox="1"/>
          <p:nvPr/>
        </p:nvSpPr>
        <p:spPr>
          <a:xfrm>
            <a:off x="5120640" y="182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Budget (Step 5): 13,000 EGP a month</a:t>
            </a:r>
            <a:endParaRPr lang="en-US" sz="1000" dirty="0"/>
          </a:p>
          <a:p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Social 5,000 · Ads 4,000 · Content 3,000 · Reports 1,000</a:t>
            </a:r>
            <a:endParaRPr lang="en-US" sz="1000" dirty="0"/>
          </a:p>
        </p:txBody>
      </p:sp>
      <p:sp>
        <p:nvSpPr>
          <p:cNvPr id="4" name="Goals strip"/>
          <p:cNvSpPr/>
          <p:nvPr/>
        </p:nvSpPr>
        <p:spPr>
          <a:xfrm>
            <a:off x="365760" y="713232"/>
            <a:ext cx="8412480" cy="274320"/>
          </a:xfrm>
          <a:prstGeom prst="roundRect">
            <a:avLst>
              <a:gd name="adj" fmla="val 26667"/>
            </a:avLst>
          </a:prstGeom>
          <a:solidFill>
            <a:schemeClr val="accent4"/>
          </a:solidFill>
          <a:ln/>
        </p:spPr>
      </p:sp>
      <p:sp>
        <p:nvSpPr>
          <p:cNvPr id="5" name="Goals text"/>
          <p:cNvSpPr txBox="1"/>
          <p:nvPr/>
        </p:nvSpPr>
        <p:spPr>
          <a:xfrm>
            <a:off x="50292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Goals (Step 1):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40K+ reach  ·  +500 followers  ·  100+ messages  ·  +10 customers a day</a:t>
            </a:r>
            <a:endParaRPr lang="en-US" sz="1200" dirty="0"/>
          </a:p>
        </p:txBody>
      </p:sp>
      <p:graphicFrame>
        <p:nvGraphicFramePr>
          <p:cNvPr id="2" name="Action pla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731520"/>
                <a:gridCol w="868680"/>
                <a:gridCol w="1463040"/>
                <a:gridCol w="141732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Owner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Task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2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Goal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1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When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3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Resources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5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How we check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6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If it doesn't work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7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4688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Rahma Khaled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Slides 1–3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Agree on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1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Meeting with owner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Goals approved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Adjust the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Study the market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1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Google, competitors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Report by day 7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Ask the owner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Know our customers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1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Owner, sales data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Customer profile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Survey in the café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6888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Aya Reda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Slides 4–6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Content plan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Followers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1–2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Sheets, menu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30-day plan ready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Try new topics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Posts and reels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Followers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2–4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Canva, CapCut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 posts, 8 reels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Copy the best posts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Post and reply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Messages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3–4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Business Suite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100+ messages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More reels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Start the offers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Customers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3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Menu, owner's OK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+10 customers a day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Stronger offer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Mahmoud Ibrahim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Slides 7–10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Keep the timeline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1–4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Sheets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Deadlines met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Move tasks, add hours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Run the ads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Reach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2–4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ads, 4,000 EGP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40K+ reach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Boost the best ad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Report and ROI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1–4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Sheets, sales data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Report every Sunday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Fix weak numbers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46888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Abader Zarif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Slides 11–13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Free page audit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Followers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1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Page access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Audit report ready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Fix the big issues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Menu photo shoot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Reach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2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Phone, café visit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Month of photos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Reshoot best items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Plan month two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4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Results, influencers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Plan approved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Change the ideas</a:t>
                      </a:r>
                      <a:endParaRPr lang="en-US" sz="1000" dirty="0"/>
                    </a:p>
                  </a:txBody>
                  <a:tcPr marL="64008" marR="64008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Espresso">
  <a:themeElements>
    <a:clrScheme name="Espresso">
      <a:dk1>
        <a:srgbClr val="231B16"/>
      </a:dk1>
      <a:lt1>
        <a:srgbClr val="FFFFFF"/>
      </a:lt1>
      <a:dk2>
        <a:srgbClr val="2E1F17"/>
      </a:dk2>
      <a:lt2>
        <a:srgbClr val="F4ECE5"/>
      </a:lt2>
      <a:accent1>
        <a:srgbClr val="C27A3A"/>
      </a:accent1>
      <a:accent2>
        <a:srgbClr val="E8C9A6"/>
      </a:accent2>
      <a:accent3>
        <a:srgbClr val="6F4E37"/>
      </a:accent3>
      <a:accent4>
        <a:srgbClr val="5B7F5E"/>
      </a:accent4>
      <a:accent5>
        <a:srgbClr val="8C7F76"/>
      </a:accent5>
      <a:accent6>
        <a:srgbClr val="A6513A"/>
      </a:accent6>
      <a:hlink>
        <a:srgbClr val="C27A3A"/>
      </a:hlink>
      <a:folHlink>
        <a:srgbClr val="6F4E37"/>
      </a:folHlink>
    </a:clrScheme>
    <a:fontScheme name="Espre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Plan Table - The Daily Cup</dc:title>
  <dc:subject>PptxGenJS Presentation</dc:subject>
  <dc:creator>Pulse Marketing</dc:creator>
  <cp:lastModifiedBy>Pulse Marketing</cp:lastModifiedBy>
  <cp:revision>1</cp:revision>
  <dcterms:created xsi:type="dcterms:W3CDTF">2026-10-20T12:31:37Z</dcterms:created>
  <dcterms:modified xsi:type="dcterms:W3CDTF">2026-10-20T12:31:37Z</dcterms:modified>
</cp:coreProperties>
</file>