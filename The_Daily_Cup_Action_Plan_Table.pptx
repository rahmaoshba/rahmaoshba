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tion Plan" id="{7c02a9c9-87c2-95a1-740b-ee449d1dab03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table is our whole action plan. Each row is one task, and each column is one of the 7 steps.
Step 1, the goals: reach 40,000 people, get 500 new followers, 100 messages and calls, and 10 more customers a day.
Steps 2, 3 and 4: what we do, when, and who does it.
Step 5: what we need for each task.
Step 6: how we check that the task worked.
Step 7: what we do if it doesn't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914400"/>
            <a:ext cx="43891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25880"/>
            <a:ext cx="438912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880360"/>
            <a:ext cx="42062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2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530352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457200" y="48006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Pulse Marketing  |  Action Plan for The Daily Cup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 Pag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01168"/>
            <a:ext cx="49377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20116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 Plan: The Daily Cup</a:t>
            </a:r>
            <a:endParaRPr lang="en-US" sz="2600" dirty="0"/>
          </a:p>
        </p:txBody>
      </p:sp>
      <p:sp>
        <p:nvSpPr>
          <p:cNvPr id="3" name="Team line"/>
          <p:cNvSpPr txBox="1"/>
          <p:nvPr/>
        </p:nvSpPr>
        <p:spPr>
          <a:xfrm>
            <a:off x="5120640" y="2011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Team: </a:t>
            </a:r>
            <a:pPr algn="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Rahma Khaled · Aya Reda · Mahmoud Ibrahim · Abader Zarif</a:t>
            </a:r>
            <a:endParaRPr lang="en-US" sz="1000" dirty="0"/>
          </a:p>
        </p:txBody>
      </p:sp>
      <p:sp>
        <p:nvSpPr>
          <p:cNvPr id="4" name="Goals strip"/>
          <p:cNvSpPr/>
          <p:nvPr/>
        </p:nvSpPr>
        <p:spPr>
          <a:xfrm>
            <a:off x="365760" y="731520"/>
            <a:ext cx="8412480" cy="310896"/>
          </a:xfrm>
          <a:prstGeom prst="roundRect">
            <a:avLst>
              <a:gd name="adj" fmla="val 23529"/>
            </a:avLst>
          </a:prstGeom>
          <a:solidFill>
            <a:schemeClr val="accent4"/>
          </a:solidFill>
          <a:ln/>
        </p:spPr>
      </p:sp>
      <p:sp>
        <p:nvSpPr>
          <p:cNvPr id="5" name="Goals text"/>
          <p:cNvSpPr txBox="1"/>
          <p:nvPr/>
        </p:nvSpPr>
        <p:spPr>
          <a:xfrm>
            <a:off x="502920" y="7315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Goals (Step 1):  </a:t>
            </a:r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40K+ reach  ·  +500 followers  ·  100+ messages  ·  +10 customers a day</a:t>
            </a:r>
            <a:endParaRPr lang="en-US" sz="1200" dirty="0"/>
          </a:p>
        </p:txBody>
      </p:sp>
      <p:graphicFrame>
        <p:nvGraphicFramePr>
          <p:cNvPr id="2" name="Action pla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33856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"/>
                <a:gridCol w="1417320"/>
                <a:gridCol w="731520"/>
                <a:gridCol w="731520"/>
                <a:gridCol w="685800"/>
                <a:gridCol w="1600200"/>
                <a:gridCol w="14630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Task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2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Goal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Owner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When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3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Resources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5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How we check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6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If it doesn't work</a:t>
                      </a:r>
                      <a:endParaRPr lang="en-US" sz="10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accent2"/>
                          </a:solidFill>
                        </a:rPr>
                        <a:t>Step 7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Study the market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Rahma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Google, competitors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Report by day 7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Ask the owner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Know our customers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Rahma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Owner, sales data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Customer profile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Survey in the café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Check the pages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Mahmoud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Page access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Audit report ready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Fix the big issues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Content plan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Aya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1–2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Sheets, menu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30-day plan ready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Try new topics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Photos and videos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Reach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Abader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2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Phone, café visit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Month of photos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Reshoot best items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Posts and reels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Followers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3"/>
                          </a:solidFill>
                        </a:rPr>
                        <a:t>Abader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2–4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Canva, CapCut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12 posts, 8 reels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Copy the best posts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Start the ads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Reach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Mahmoud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2–3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ads, 4,000 EGP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40K+ reach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Boost the best ad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Post and reply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Messages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Aya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3–4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Business Suite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100+ messages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More reels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Start the offers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Customers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Aya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3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Menu, owner's OK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+10 customers a day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Stronger offer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Weekly report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4"/>
                          </a:solidFill>
                        </a:rPr>
                        <a:t>Mahmoud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Weeks 1–4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Sheets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Every Sunday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Fix weak numbers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11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Final review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All goals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2"/>
                          </a:solidFill>
                        </a:rPr>
                        <a:t>Rahma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Week 4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Meeting with owner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Review done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Plan month two</a:t>
                      </a:r>
                      <a:endParaRPr lang="en-US" sz="1000" dirty="0"/>
                    </a:p>
                  </a:txBody>
                  <a:tcPr marL="54864" marR="54864" marT="18288" marB="18288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Budget line"/>
          <p:cNvSpPr txBox="1"/>
          <p:nvPr/>
        </p:nvSpPr>
        <p:spPr>
          <a:xfrm>
            <a:off x="365760" y="466344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Budget (Step 5):  </a:t>
            </a:r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13,000 EGP a month  ·  social media 5,000  ·  ads 4,000  ·  content 3,000  ·  reports 1,000</a:t>
            </a:r>
            <a:endParaRPr lang="en-US" sz="1000" dirty="0"/>
          </a:p>
        </p:txBody>
      </p:sp>
      <p:sp>
        <p:nvSpPr>
          <p:cNvPr id="8" name="Agency name"/>
          <p:cNvSpPr txBox="1"/>
          <p:nvPr/>
        </p:nvSpPr>
        <p:spPr>
          <a:xfrm>
            <a:off x="7132320" y="46634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Pulse Marketing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presso">
  <a:themeElements>
    <a:clrScheme name="Espresso">
      <a:dk1>
        <a:srgbClr val="231B16"/>
      </a:dk1>
      <a:lt1>
        <a:srgbClr val="FFFFFF"/>
      </a:lt1>
      <a:dk2>
        <a:srgbClr val="2E1F17"/>
      </a:dk2>
      <a:lt2>
        <a:srgbClr val="F4ECE5"/>
      </a:lt2>
      <a:accent1>
        <a:srgbClr val="C27A3A"/>
      </a:accent1>
      <a:accent2>
        <a:srgbClr val="E8C9A6"/>
      </a:accent2>
      <a:accent3>
        <a:srgbClr val="6F4E37"/>
      </a:accent3>
      <a:accent4>
        <a:srgbClr val="5B7F5E"/>
      </a:accent4>
      <a:accent5>
        <a:srgbClr val="8C7F76"/>
      </a:accent5>
      <a:accent6>
        <a:srgbClr val="A6513A"/>
      </a:accent6>
      <a:hlink>
        <a:srgbClr val="C27A3A"/>
      </a:hlink>
      <a:folHlink>
        <a:srgbClr val="6F4E37"/>
      </a:folHlink>
    </a:clrScheme>
    <a:fontScheme name="Espress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Plan Table - The Daily Cup</dc:title>
  <dc:subject>PptxGenJS Presentation</dc:subject>
  <dc:creator>Pulse Marketing</dc:creator>
  <cp:lastModifiedBy>Pulse Marketing</cp:lastModifiedBy>
  <cp:revision>1</cp:revision>
  <dcterms:created xsi:type="dcterms:W3CDTF">2026-10-20T12:25:25Z</dcterms:created>
  <dcterms:modified xsi:type="dcterms:W3CDTF">2026-10-20T12:25:25Z</dcterms:modified>
</cp:coreProperties>
</file>